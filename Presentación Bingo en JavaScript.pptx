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27f2dba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27f2dba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27f2dba3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27f2dba3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7f2dba3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7f2dba3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7f2dba3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7f2dba3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7f2dba3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7f2dba3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27f2dba3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27f2dba3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27f2dba3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27f2dba3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303725" y="496200"/>
            <a:ext cx="69573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Práctica Bingo en JavaScript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26075" y="4287075"/>
            <a:ext cx="811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Creado por Sergio Belvís Barba, Brian Camba Hipólito y Damiem Rave Grizales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Inicio del bingo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El inicio del bingo es una sencilla página en la que se </a:t>
            </a: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listaran</a:t>
            </a: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 los participantes en una campo de texto. A la derecha de ese campo de texto hay un desplegable en el que hay una selección de distintos grupos predeterminados elegibles pero no obligatorios.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Por último un botón para generar los cartones a cada uno de los participantes y pasar a la siguiente página que es donde se jugará.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88" y="1552450"/>
            <a:ext cx="3670775" cy="21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7225" y="174475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Desplegable y alerta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644675" y="972250"/>
            <a:ext cx="4166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Aquí una imagen del desplegable con los grupos predeterminados que sugiere el bingo.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29868" l="23400" r="25948" t="21439"/>
          <a:stretch/>
        </p:blipFill>
        <p:spPr>
          <a:xfrm>
            <a:off x="596325" y="845150"/>
            <a:ext cx="3290299" cy="172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25" y="2761553"/>
            <a:ext cx="3290301" cy="204822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644675" y="3049463"/>
            <a:ext cx="4166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Si se intenta iniciar el bingo (darle al botón de generación de cartones) sin introducir ningún participantes saltará una alerta avisando de que se debe escribir al menos un nombre.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97225" y="370375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Partida del bingo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24475" y="1835550"/>
            <a:ext cx="4166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latin typeface="Montserrat"/>
                <a:ea typeface="Montserrat"/>
                <a:cs typeface="Montserrat"/>
                <a:sym typeface="Montserrat"/>
              </a:rPr>
              <a:t>Ahora pasamos a la página de la partida del bingo con los cartones de cada participantes y 3 botones para controlar la partida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63" y="1400125"/>
            <a:ext cx="4049826" cy="2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26250" y="181750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Ejemplo de marcado de casillas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724350" y="823500"/>
            <a:ext cx="4166400" cy="3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2060">
                <a:latin typeface="Montserrat"/>
                <a:ea typeface="Montserrat"/>
                <a:cs typeface="Montserrat"/>
                <a:sym typeface="Montserrat"/>
              </a:rPr>
              <a:t>Cada vez que se pulsa el botón de sacar número sale un número aleatorio y se muestra en el historial de números por pantalla. Si alguno de los números coinci</a:t>
            </a:r>
            <a:r>
              <a:rPr lang="es" sz="2060">
                <a:latin typeface="Montserrat"/>
                <a:ea typeface="Montserrat"/>
                <a:cs typeface="Montserrat"/>
                <a:sym typeface="Montserrat"/>
              </a:rPr>
              <a:t>de con alguno de los que que están en los cartones se marca de forma automática en rojo.</a:t>
            </a:r>
            <a:endParaRPr sz="206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98" y="1226025"/>
            <a:ext cx="3333373" cy="18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00" y="3172025"/>
            <a:ext cx="3333375" cy="1722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97225" y="203550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Ejemplo de línea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09825" y="823488"/>
            <a:ext cx="4166400" cy="3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2160">
                <a:latin typeface="Montserrat"/>
                <a:ea typeface="Montserrat"/>
                <a:cs typeface="Montserrat"/>
                <a:sym typeface="Montserrat"/>
              </a:rPr>
              <a:t>Si alguna de las filas de los cartones se marca por completo sale una alerta “cantando” la línea junto al nombre del dueño del cartón y la fila se marca de color amarillo. Las siguientes se marcarán también pero de color verde para distinguirlas de la ganadora</a:t>
            </a:r>
            <a:endParaRPr sz="216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38" y="974050"/>
            <a:ext cx="3525274" cy="17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850" y="2930450"/>
            <a:ext cx="3525250" cy="1752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297225" y="203525"/>
            <a:ext cx="3706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Ejemplo de bingo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688100" y="555052"/>
            <a:ext cx="4166400" cy="4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2460">
                <a:latin typeface="Montserrat"/>
                <a:ea typeface="Montserrat"/>
                <a:cs typeface="Montserrat"/>
                <a:sym typeface="Montserrat"/>
              </a:rPr>
              <a:t>Si se marcan todos los números salta la alerta con el ganador del bingo y las casillas de su cartón se ponen de color amarillo. Además el botón de generar número desaparece obligando a reiniciar el bingo o a salir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75" y="910525"/>
            <a:ext cx="3983798" cy="19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00" y="2996150"/>
            <a:ext cx="3983800" cy="1905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ctrTitle"/>
          </p:nvPr>
        </p:nvSpPr>
        <p:spPr>
          <a:xfrm>
            <a:off x="860275" y="715950"/>
            <a:ext cx="2446800" cy="13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7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726075" y="4287075"/>
            <a:ext cx="811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Creado por Sergio Belvís Barba, Brian Camba Hipólito y Damiem Rave Grizales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